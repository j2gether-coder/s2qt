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D5C4A"/>
          </a:solidFill>
          <a:ln w="9525">
            <a:solidFill>
              <a:srgbClr val="3D5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1005840"/>
          </a:xfrm>
          <a:prstGeom prst="rect">
            <a:avLst/>
          </a:prstGeom>
          <a:solidFill>
            <a:srgbClr val="8B6F47"/>
          </a:solidFill>
          <a:ln w="9525">
            <a:solidFill>
              <a:srgbClr val="8B6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5720"/>
            <a:ext cx="82296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FFFFFF"/>
                </a:solidFill>
                <a:latin typeface="Malgun Gothic"/>
              </a:rPr>
              <a:t>QT  묵상</a:t>
            </a:r>
          </a:p>
        </p:txBody>
      </p:sp>
      <p:sp>
        <p:nvSpPr>
          <p:cNvPr id="6" name="cover_title"/>
          <p:cNvSpPr txBox="1"/>
          <p:nvPr/>
        </p:nvSpPr>
        <p:spPr>
          <a:xfrm>
            <a:off x="822960" y="1188720"/>
            <a:ext cx="7498079" cy="12344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2C3A2E"/>
                </a:solidFill>
                <a:latin typeface="Malgun Gothic"/>
              </a:rPr>
              <a:t>설교 / 묵상 제목을 입력하세요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514600"/>
            <a:ext cx="2743200" cy="22860"/>
          </a:xfrm>
          <a:prstGeom prst="rect">
            <a:avLst/>
          </a:prstGeom>
          <a:solidFill>
            <a:srgbClr val="8B6F47"/>
          </a:solidFill>
          <a:ln w="9525">
            <a:solidFill>
              <a:srgbClr val="8B6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ver_scripture"/>
          <p:cNvSpPr txBox="1"/>
          <p:nvPr/>
        </p:nvSpPr>
        <p:spPr>
          <a:xfrm>
            <a:off x="822960" y="2697480"/>
            <a:ext cx="7498079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8B6F47"/>
                </a:solidFill>
                <a:latin typeface="Malgun Gothic"/>
              </a:rPr>
              <a:t>📖  본문 말씀: 여기에 입력하세요</a:t>
            </a:r>
          </a:p>
        </p:txBody>
      </p:sp>
      <p:sp>
        <p:nvSpPr>
          <p:cNvPr id="9" name="cover_hymn"/>
          <p:cNvSpPr txBox="1"/>
          <p:nvPr/>
        </p:nvSpPr>
        <p:spPr>
          <a:xfrm>
            <a:off x="822960" y="3127248"/>
            <a:ext cx="7498079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7A7A7A"/>
                </a:solidFill>
                <a:latin typeface="Malgun Gothic"/>
              </a:rPr>
              <a:t>🎵  찬송: 여기에 입력하세요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EDE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4800600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7A7A7A"/>
                </a:solidFill>
                <a:latin typeface="Malgun Gothic"/>
              </a:rPr>
              <a:t>본 문서는 S2QT 자동 생성 템플릿입니다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3D5C4A"/>
          </a:solidFill>
          <a:ln w="9525">
            <a:solidFill>
              <a:srgbClr val="3D5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32520" y="0"/>
            <a:ext cx="411480" cy="594360"/>
          </a:xfrm>
          <a:prstGeom prst="rect">
            <a:avLst/>
          </a:prstGeom>
          <a:solidFill>
            <a:srgbClr val="8B6F47"/>
          </a:solidFill>
          <a:ln w="9525">
            <a:solidFill>
              <a:srgbClr val="8B6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"/>
            <a:ext cx="8229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FFFFFF"/>
                </a:solidFill>
                <a:latin typeface="Malgun Gothic"/>
              </a:rPr>
              <a:t>말씀의 창  ·  본문 요약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777240"/>
            <a:ext cx="54864" cy="347472"/>
          </a:xfrm>
          <a:prstGeom prst="rect">
            <a:avLst/>
          </a:prstGeom>
          <a:solidFill>
            <a:srgbClr val="8B6F47"/>
          </a:solidFill>
          <a:ln w="9525">
            <a:solidFill>
              <a:srgbClr val="8B6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cripture_section_title"/>
          <p:cNvSpPr txBox="1"/>
          <p:nvPr/>
        </p:nvSpPr>
        <p:spPr>
          <a:xfrm>
            <a:off x="548640" y="777240"/>
            <a:ext cx="81381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2C3A2E"/>
                </a:solidFill>
                <a:latin typeface="Malgun Gothic"/>
              </a:rPr>
              <a:t>말씀의 창 (Scripture)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234440"/>
            <a:ext cx="8321040" cy="3200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4C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cripture_body"/>
          <p:cNvSpPr txBox="1"/>
          <p:nvPr/>
        </p:nvSpPr>
        <p:spPr>
          <a:xfrm>
            <a:off x="566928" y="1325880"/>
            <a:ext cx="8010144" cy="3017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00"/>
              </a:lnSpc>
            </a:pPr>
            <a:r>
              <a:rPr sz="1250" b="0" i="0">
                <a:solidFill>
                  <a:srgbClr val="3D3D3D"/>
                </a:solidFill>
                <a:latin typeface="Malgun Gothic"/>
              </a:rPr>
              <a:t>본문 요약 첫째 문단을 여기에 입력하세요.</a:t>
            </a:r>
          </a:p>
          <a:p>
            <a:pPr algn="l">
              <a:lnSpc>
                <a:spcPts val="2000"/>
              </a:lnSpc>
            </a:pPr>
            <a:r>
              <a:rPr sz="1250" b="0" i="0">
                <a:solidFill>
                  <a:srgbClr val="3D3D3D"/>
                </a:solidFill>
                <a:latin typeface="Malgun Gothic"/>
              </a:rPr>
              <a:t>둘째 문단을 여기에 입력합니다.</a:t>
            </a:r>
          </a:p>
          <a:p>
            <a:pPr algn="l">
              <a:lnSpc>
                <a:spcPts val="2000"/>
              </a:lnSpc>
            </a:pPr>
            <a:r>
              <a:rPr sz="1250" b="0" i="0">
                <a:solidFill>
                  <a:srgbClr val="3D3D3D"/>
                </a:solidFill>
                <a:latin typeface="Malgun Gothic"/>
              </a:rPr>
              <a:t>셋째 문단을 여기에 입력합니다.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4754880"/>
            <a:ext cx="8321040" cy="9144"/>
          </a:xfrm>
          <a:prstGeom prst="rect">
            <a:avLst/>
          </a:prstGeom>
          <a:solidFill>
            <a:srgbClr val="D4C5A9"/>
          </a:solidFill>
          <a:ln w="9525">
            <a:solidFill>
              <a:srgbClr val="D4C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4773168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7A7A7A"/>
                </a:solidFill>
                <a:latin typeface="Malgun Gothic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3D5C4A"/>
          </a:solidFill>
          <a:ln w="9525">
            <a:solidFill>
              <a:srgbClr val="3D5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32520" y="0"/>
            <a:ext cx="411480" cy="594360"/>
          </a:xfrm>
          <a:prstGeom prst="rect">
            <a:avLst/>
          </a:prstGeom>
          <a:solidFill>
            <a:srgbClr val="8B6F47"/>
          </a:solidFill>
          <a:ln w="9525">
            <a:solidFill>
              <a:srgbClr val="8B6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"/>
            <a:ext cx="8229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FFFFFF"/>
                </a:solidFill>
                <a:latin typeface="Malgun Gothic"/>
              </a:rPr>
              <a:t>오늘의 메시지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777240"/>
            <a:ext cx="54864" cy="347472"/>
          </a:xfrm>
          <a:prstGeom prst="rect">
            <a:avLst/>
          </a:prstGeom>
          <a:solidFill>
            <a:srgbClr val="8B6F47"/>
          </a:solidFill>
          <a:ln w="9525">
            <a:solidFill>
              <a:srgbClr val="8B6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sg1_section_title"/>
          <p:cNvSpPr txBox="1"/>
          <p:nvPr/>
        </p:nvSpPr>
        <p:spPr>
          <a:xfrm>
            <a:off x="548640" y="777240"/>
            <a:ext cx="81381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2C3A2E"/>
                </a:solidFill>
                <a:latin typeface="Malgun Gothic"/>
              </a:rPr>
              <a:t>오늘의 메시지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234440"/>
            <a:ext cx="8321040" cy="475488"/>
          </a:xfrm>
          <a:prstGeom prst="rect">
            <a:avLst/>
          </a:prstGeom>
          <a:solidFill>
            <a:srgbClr val="EDE0CC"/>
          </a:solidFill>
          <a:ln w="7620">
            <a:solidFill>
              <a:srgbClr val="D4C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msg1_subtitle"/>
          <p:cNvSpPr txBox="1"/>
          <p:nvPr/>
        </p:nvSpPr>
        <p:spPr>
          <a:xfrm>
            <a:off x="502920" y="1252728"/>
            <a:ext cx="81381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50" b="1" i="0">
                <a:solidFill>
                  <a:srgbClr val="2C3A2E"/>
                </a:solidFill>
                <a:latin typeface="Malgun Gothic"/>
              </a:rPr>
              <a:t>1.  메시지 제목을 입력하세요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801368"/>
            <a:ext cx="8321040" cy="2633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4C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msg1_body"/>
          <p:cNvSpPr txBox="1"/>
          <p:nvPr/>
        </p:nvSpPr>
        <p:spPr>
          <a:xfrm>
            <a:off x="566928" y="1892807"/>
            <a:ext cx="8010144" cy="2468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00"/>
              </a:lnSpc>
            </a:pPr>
            <a:r>
              <a:rPr sz="1250" b="0" i="0">
                <a:solidFill>
                  <a:srgbClr val="3D3D3D"/>
                </a:solidFill>
                <a:latin typeface="Malgun Gothic"/>
              </a:rPr>
              <a:t>첫 번째 문단을 입력합니다.</a:t>
            </a:r>
          </a:p>
          <a:p>
            <a:pPr algn="l">
              <a:lnSpc>
                <a:spcPts val="2000"/>
              </a:lnSpc>
            </a:pPr>
            <a:r>
              <a:rPr sz="1250" b="0" i="0">
                <a:solidFill>
                  <a:srgbClr val="3D3D3D"/>
                </a:solidFill>
                <a:latin typeface="Malgun Gothic"/>
              </a:rPr>
              <a:t>두 번째 문단을 입력합니다.</a:t>
            </a:r>
          </a:p>
          <a:p>
            <a:pPr algn="l">
              <a:lnSpc>
                <a:spcPts val="2000"/>
              </a:lnSpc>
            </a:pPr>
            <a:r>
              <a:rPr sz="1250" b="0" i="0">
                <a:solidFill>
                  <a:srgbClr val="3D3D3D"/>
                </a:solidFill>
                <a:latin typeface="Malgun Gothic"/>
              </a:rPr>
              <a:t>세 번째 문단을 입력합니다.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4754880"/>
            <a:ext cx="8321040" cy="9144"/>
          </a:xfrm>
          <a:prstGeom prst="rect">
            <a:avLst/>
          </a:prstGeom>
          <a:solidFill>
            <a:srgbClr val="D4C5A9"/>
          </a:solidFill>
          <a:ln w="9525">
            <a:solidFill>
              <a:srgbClr val="D4C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0" y="4773168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7A7A7A"/>
                </a:solidFill>
                <a:latin typeface="Malgun Gothic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3D5C4A"/>
          </a:solidFill>
          <a:ln w="9525">
            <a:solidFill>
              <a:srgbClr val="3D5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32520" y="0"/>
            <a:ext cx="411480" cy="594360"/>
          </a:xfrm>
          <a:prstGeom prst="rect">
            <a:avLst/>
          </a:prstGeom>
          <a:solidFill>
            <a:srgbClr val="8B6F47"/>
          </a:solidFill>
          <a:ln w="9525">
            <a:solidFill>
              <a:srgbClr val="8B6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"/>
            <a:ext cx="8229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FFFFFF"/>
                </a:solidFill>
                <a:latin typeface="Malgun Gothic"/>
              </a:rPr>
              <a:t>오늘의 메시지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777240"/>
            <a:ext cx="54864" cy="347472"/>
          </a:xfrm>
          <a:prstGeom prst="rect">
            <a:avLst/>
          </a:prstGeom>
          <a:solidFill>
            <a:srgbClr val="8B6F47"/>
          </a:solidFill>
          <a:ln w="9525">
            <a:solidFill>
              <a:srgbClr val="8B6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msg2_section_title"/>
          <p:cNvSpPr txBox="1"/>
          <p:nvPr/>
        </p:nvSpPr>
        <p:spPr>
          <a:xfrm>
            <a:off x="548640" y="777240"/>
            <a:ext cx="81381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2C3A2E"/>
                </a:solidFill>
                <a:latin typeface="Malgun Gothic"/>
              </a:rPr>
              <a:t>오늘의 메시지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234440"/>
            <a:ext cx="8321040" cy="475488"/>
          </a:xfrm>
          <a:prstGeom prst="rect">
            <a:avLst/>
          </a:prstGeom>
          <a:solidFill>
            <a:srgbClr val="EDE0CC"/>
          </a:solidFill>
          <a:ln w="7620">
            <a:solidFill>
              <a:srgbClr val="D4C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msg2_subtitle"/>
          <p:cNvSpPr txBox="1"/>
          <p:nvPr/>
        </p:nvSpPr>
        <p:spPr>
          <a:xfrm>
            <a:off x="502920" y="1252728"/>
            <a:ext cx="81381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50" b="1" i="0">
                <a:solidFill>
                  <a:srgbClr val="2C3A2E"/>
                </a:solidFill>
                <a:latin typeface="Malgun Gothic"/>
              </a:rPr>
              <a:t>2.  메시지 제목을 입력하세요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801368"/>
            <a:ext cx="8321040" cy="2633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4C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msg2_body"/>
          <p:cNvSpPr txBox="1"/>
          <p:nvPr/>
        </p:nvSpPr>
        <p:spPr>
          <a:xfrm>
            <a:off x="566928" y="1892807"/>
            <a:ext cx="8010144" cy="2468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00"/>
              </a:lnSpc>
            </a:pPr>
            <a:r>
              <a:rPr sz="1250" b="0" i="0">
                <a:solidFill>
                  <a:srgbClr val="3D3D3D"/>
                </a:solidFill>
                <a:latin typeface="Malgun Gothic"/>
              </a:rPr>
              <a:t>첫 번째 문단을 입력합니다.</a:t>
            </a:r>
          </a:p>
          <a:p>
            <a:pPr algn="l">
              <a:lnSpc>
                <a:spcPts val="2000"/>
              </a:lnSpc>
            </a:pPr>
            <a:r>
              <a:rPr sz="1250" b="0" i="0">
                <a:solidFill>
                  <a:srgbClr val="3D3D3D"/>
                </a:solidFill>
                <a:latin typeface="Malgun Gothic"/>
              </a:rPr>
              <a:t>두 번째 문단을 입력합니다.</a:t>
            </a:r>
          </a:p>
          <a:p>
            <a:pPr algn="l">
              <a:lnSpc>
                <a:spcPts val="2000"/>
              </a:lnSpc>
            </a:pPr>
            <a:r>
              <a:rPr sz="1250" b="0" i="0">
                <a:solidFill>
                  <a:srgbClr val="3D3D3D"/>
                </a:solidFill>
                <a:latin typeface="Malgun Gothic"/>
              </a:rPr>
              <a:t>세 번째 문단을 입력합니다.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4754880"/>
            <a:ext cx="8321040" cy="9144"/>
          </a:xfrm>
          <a:prstGeom prst="rect">
            <a:avLst/>
          </a:prstGeom>
          <a:solidFill>
            <a:srgbClr val="D4C5A9"/>
          </a:solidFill>
          <a:ln w="9525">
            <a:solidFill>
              <a:srgbClr val="D4C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0" y="4773168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7A7A7A"/>
                </a:solidFill>
                <a:latin typeface="Malgun Gothic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3D5C4A"/>
          </a:solidFill>
          <a:ln w="9525">
            <a:solidFill>
              <a:srgbClr val="3D5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32520" y="0"/>
            <a:ext cx="411480" cy="594360"/>
          </a:xfrm>
          <a:prstGeom prst="rect">
            <a:avLst/>
          </a:prstGeom>
          <a:solidFill>
            <a:srgbClr val="8B6F47"/>
          </a:solidFill>
          <a:ln w="9525">
            <a:solidFill>
              <a:srgbClr val="8B6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"/>
            <a:ext cx="8229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FFFFFF"/>
                </a:solidFill>
                <a:latin typeface="Malgun Gothic"/>
              </a:rPr>
              <a:t>삶의 적용  ·  Application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777240"/>
            <a:ext cx="54864" cy="347472"/>
          </a:xfrm>
          <a:prstGeom prst="rect">
            <a:avLst/>
          </a:prstGeom>
          <a:solidFill>
            <a:srgbClr val="8B6F47"/>
          </a:solidFill>
          <a:ln w="9525">
            <a:solidFill>
              <a:srgbClr val="8B6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pplication_section_title"/>
          <p:cNvSpPr txBox="1"/>
          <p:nvPr/>
        </p:nvSpPr>
        <p:spPr>
          <a:xfrm>
            <a:off x="548640" y="777240"/>
            <a:ext cx="81381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2C3A2E"/>
                </a:solidFill>
                <a:latin typeface="Malgun Gothic"/>
              </a:rPr>
              <a:t>삶의 적용 (Application)</a:t>
            </a:r>
          </a:p>
        </p:txBody>
      </p:sp>
      <p:sp>
        <p:nvSpPr>
          <p:cNvPr id="8" name="Oval 7"/>
          <p:cNvSpPr/>
          <p:nvPr/>
        </p:nvSpPr>
        <p:spPr>
          <a:xfrm>
            <a:off x="411480" y="1344168"/>
            <a:ext cx="402336" cy="402336"/>
          </a:xfrm>
          <a:prstGeom prst="ellipse">
            <a:avLst/>
          </a:prstGeom>
          <a:solidFill>
            <a:srgbClr val="3D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44168"/>
            <a:ext cx="402336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1298448"/>
            <a:ext cx="777240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4C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pplication_item_1"/>
          <p:cNvSpPr txBox="1"/>
          <p:nvPr/>
        </p:nvSpPr>
        <p:spPr>
          <a:xfrm>
            <a:off x="1051560" y="1298448"/>
            <a:ext cx="758952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00"/>
              </a:lnSpc>
            </a:pPr>
            <a:r>
              <a:rPr sz="1250" b="0" i="0">
                <a:solidFill>
                  <a:srgbClr val="3D3D3D"/>
                </a:solidFill>
                <a:latin typeface="Malgun Gothic"/>
              </a:rPr>
              <a:t>첫 번째 적용 사항을 입력하세요.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" y="2331720"/>
            <a:ext cx="402336" cy="402336"/>
          </a:xfrm>
          <a:prstGeom prst="ellipse">
            <a:avLst/>
          </a:prstGeom>
          <a:solidFill>
            <a:srgbClr val="3D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331720"/>
            <a:ext cx="402336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2286000"/>
            <a:ext cx="777240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4C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application_item_2"/>
          <p:cNvSpPr txBox="1"/>
          <p:nvPr/>
        </p:nvSpPr>
        <p:spPr>
          <a:xfrm>
            <a:off x="1051560" y="2286000"/>
            <a:ext cx="758952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00"/>
              </a:lnSpc>
            </a:pPr>
            <a:r>
              <a:rPr sz="1250" b="0" i="0">
                <a:solidFill>
                  <a:srgbClr val="3D3D3D"/>
                </a:solidFill>
                <a:latin typeface="Malgun Gothic"/>
              </a:rPr>
              <a:t>두 번째 적용 사항을 입력하세요.</a:t>
            </a:r>
          </a:p>
        </p:txBody>
      </p:sp>
      <p:sp>
        <p:nvSpPr>
          <p:cNvPr id="16" name="Oval 15"/>
          <p:cNvSpPr/>
          <p:nvPr/>
        </p:nvSpPr>
        <p:spPr>
          <a:xfrm>
            <a:off x="411480" y="3319272"/>
            <a:ext cx="402336" cy="402336"/>
          </a:xfrm>
          <a:prstGeom prst="ellipse">
            <a:avLst/>
          </a:prstGeom>
          <a:solidFill>
            <a:srgbClr val="3D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319272"/>
            <a:ext cx="402336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" y="3273552"/>
            <a:ext cx="777240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4C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pplication_item_3"/>
          <p:cNvSpPr txBox="1"/>
          <p:nvPr/>
        </p:nvSpPr>
        <p:spPr>
          <a:xfrm>
            <a:off x="1051560" y="3273552"/>
            <a:ext cx="758952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00"/>
              </a:lnSpc>
            </a:pPr>
            <a:r>
              <a:rPr sz="1250" b="0" i="0">
                <a:solidFill>
                  <a:srgbClr val="3D3D3D"/>
                </a:solidFill>
                <a:latin typeface="Malgun Gothic"/>
              </a:rPr>
              <a:t>세 번째 적용 사항을 입력하세요.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754880"/>
            <a:ext cx="8321040" cy="9144"/>
          </a:xfrm>
          <a:prstGeom prst="rect">
            <a:avLst/>
          </a:prstGeom>
          <a:solidFill>
            <a:srgbClr val="D4C5A9"/>
          </a:solidFill>
          <a:ln w="9525">
            <a:solidFill>
              <a:srgbClr val="D4C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0" y="4773168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7A7A7A"/>
                </a:solidFill>
                <a:latin typeface="Malgun Gothic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3D5C4A"/>
          </a:solidFill>
          <a:ln w="9525">
            <a:solidFill>
              <a:srgbClr val="3D5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32520" y="0"/>
            <a:ext cx="411480" cy="594360"/>
          </a:xfrm>
          <a:prstGeom prst="rect">
            <a:avLst/>
          </a:prstGeom>
          <a:solidFill>
            <a:srgbClr val="8B6F47"/>
          </a:solidFill>
          <a:ln w="9525">
            <a:solidFill>
              <a:srgbClr val="8B6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"/>
            <a:ext cx="8229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FFFFFF"/>
                </a:solidFill>
                <a:latin typeface="Malgun Gothic"/>
              </a:rPr>
              <a:t>오늘의 기도  ·  Prayer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777240"/>
            <a:ext cx="54864" cy="347472"/>
          </a:xfrm>
          <a:prstGeom prst="rect">
            <a:avLst/>
          </a:prstGeom>
          <a:solidFill>
            <a:srgbClr val="8B6F47"/>
          </a:solidFill>
          <a:ln w="9525">
            <a:solidFill>
              <a:srgbClr val="8B6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rayer_section_title"/>
          <p:cNvSpPr txBox="1"/>
          <p:nvPr/>
        </p:nvSpPr>
        <p:spPr>
          <a:xfrm>
            <a:off x="548640" y="777240"/>
            <a:ext cx="81381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2C3A2E"/>
                </a:solidFill>
                <a:latin typeface="Malgun Gothic"/>
              </a:rPr>
              <a:t>오늘의 기도 (Prayer)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234440"/>
            <a:ext cx="8321040" cy="3200400"/>
          </a:xfrm>
          <a:prstGeom prst="rect">
            <a:avLst/>
          </a:prstGeom>
          <a:solidFill>
            <a:srgbClr val="F4EFE6"/>
          </a:solidFill>
          <a:ln w="10160">
            <a:solidFill>
              <a:srgbClr val="8B6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34440"/>
            <a:ext cx="83210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i="0">
                <a:solidFill>
                  <a:srgbClr val="3D3D3D"/>
                </a:solidFill>
                <a:latin typeface="Malgun Gothic"/>
              </a:rPr>
              <a:t>🙏</a:t>
            </a:r>
          </a:p>
        </p:txBody>
      </p:sp>
      <p:sp>
        <p:nvSpPr>
          <p:cNvPr id="10" name="prayer_body"/>
          <p:cNvSpPr txBox="1"/>
          <p:nvPr/>
        </p:nvSpPr>
        <p:spPr>
          <a:xfrm>
            <a:off x="566928" y="1737360"/>
            <a:ext cx="8010144" cy="2514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100"/>
              </a:lnSpc>
            </a:pPr>
            <a:r>
              <a:rPr sz="1250" b="0" i="0">
                <a:solidFill>
                  <a:srgbClr val="3D3D3D"/>
                </a:solidFill>
                <a:latin typeface="Malgun Gothic"/>
              </a:rPr>
              <a:t>기도 첫 번째 문단을 입력하세요.</a:t>
            </a:r>
          </a:p>
          <a:p>
            <a:pPr algn="l">
              <a:lnSpc>
                <a:spcPts val="2100"/>
              </a:lnSpc>
            </a:pPr>
            <a:r>
              <a:rPr sz="1250" b="0" i="0">
                <a:solidFill>
                  <a:srgbClr val="3D3D3D"/>
                </a:solidFill>
                <a:latin typeface="Malgun Gothic"/>
              </a:rPr>
              <a:t>두 번째 문단을 입력하세요.</a:t>
            </a:r>
          </a:p>
          <a:p>
            <a:pPr algn="l">
              <a:lnSpc>
                <a:spcPts val="2100"/>
              </a:lnSpc>
            </a:pPr>
            <a:r>
              <a:rPr sz="1250" b="0" i="0">
                <a:solidFill>
                  <a:srgbClr val="3D3D3D"/>
                </a:solidFill>
                <a:latin typeface="Malgun Gothic"/>
              </a:rPr>
              <a:t>예수님의 이름으로 기도드립니다. 아멘.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4754880"/>
            <a:ext cx="8321040" cy="9144"/>
          </a:xfrm>
          <a:prstGeom prst="rect">
            <a:avLst/>
          </a:prstGeom>
          <a:solidFill>
            <a:srgbClr val="D4C5A9"/>
          </a:solidFill>
          <a:ln w="9525">
            <a:solidFill>
              <a:srgbClr val="D4C5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0" y="4773168"/>
            <a:ext cx="9144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7A7A7A"/>
                </a:solidFill>
                <a:latin typeface="Malgun Gothic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