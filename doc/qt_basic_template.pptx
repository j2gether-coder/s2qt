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0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6" d="100"/>
          <a:sy n="76" d="100"/>
        </p:scale>
        <p:origin x="234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451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QT  묵상</a:t>
            </a:r>
            <a:endParaRPr lang="en-US" sz="1300" dirty="0"/>
          </a:p>
        </p:txBody>
      </p:sp>
      <p:sp>
        <p:nvSpPr>
          <p:cNvPr id="5" name="cover_title"/>
          <p:cNvSpPr/>
          <p:nvPr/>
        </p:nvSpPr>
        <p:spPr>
          <a:xfrm>
            <a:off x="822960" y="12344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/>
              <a:t>{</a:t>
            </a:r>
            <a:r>
              <a:rPr lang="en-US" sz="3000" dirty="0" err="1"/>
              <a:t>cover_title</a:t>
            </a:r>
            <a:r>
              <a:rPr lang="en-US" sz="3000" dirty="0"/>
              <a:t>}</a:t>
            </a:r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2286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ver_scripture"/>
          <p:cNvSpPr/>
          <p:nvPr/>
        </p:nvSpPr>
        <p:spPr>
          <a:xfrm>
            <a:off x="822960" y="274320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6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 </a:t>
            </a:r>
            <a:r>
              <a:rPr lang="en-US" altLang="ko-KR" sz="1300" b="1" dirty="0">
                <a:solidFill>
                  <a:srgbClr val="8B6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  <a:r>
              <a:rPr lang="en-US" altLang="ko-KR" sz="1300" b="1" dirty="0" err="1">
                <a:solidFill>
                  <a:srgbClr val="8B6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cover_subtitle</a:t>
            </a:r>
            <a:r>
              <a:rPr lang="en-US" altLang="ko-KR" sz="1300" b="1" dirty="0">
                <a:solidFill>
                  <a:srgbClr val="8B6F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cover_hymn"/>
          <p:cNvSpPr/>
          <p:nvPr/>
        </p:nvSpPr>
        <p:spPr>
          <a:xfrm>
            <a:off x="822960" y="31638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🎵  {</a:t>
            </a:r>
            <a:r>
              <a:rPr lang="en-US" sz="1200" dirty="0" err="1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cover_hymn</a:t>
            </a:r>
            <a:r>
              <a:rPr lang="en-US" sz="12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DE0CC"/>
          </a:solidFill>
          <a:ln w="12700">
            <a:solidFill>
              <a:srgbClr val="EDE0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말씀을 묵상으로</a:t>
            </a:r>
            <a:r>
              <a:rPr lang="en-US" altLang="ko-KR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묵상을 삶으로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12700">
            <a:solidFill>
              <a:srgbClr val="3D5C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ection_title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  <a:r>
              <a:rPr lang="en-US" sz="1100" kern="0" spc="1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section_title</a:t>
            </a:r>
            <a:r>
              <a:rPr lang="en-US" sz="1100" kern="0" spc="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ection_subtitle"/>
          <p:cNvSpPr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</a:t>
            </a:r>
            <a:r>
              <a:rPr lang="en-US" sz="1600" b="1" dirty="0" err="1">
                <a:solidFill>
                  <a:srgbClr val="2C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section_subtitle</a:t>
            </a:r>
            <a:r>
              <a:rPr lang="en-US" sz="1600" b="1" dirty="0">
                <a:solidFill>
                  <a:srgbClr val="2C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ection_body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11480" y="4796028"/>
            <a:ext cx="8321040" cy="9144"/>
          </a:xfrm>
          <a:prstGeom prst="rect">
            <a:avLst/>
          </a:prstGeom>
          <a:solidFill>
            <a:srgbClr val="D4C5A9"/>
          </a:solidFill>
          <a:ln w="12700">
            <a:solidFill>
              <a:srgbClr val="D4C5A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0" y="479602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말씀을 묵상으로</a:t>
            </a:r>
            <a:r>
              <a:rPr lang="en-US" altLang="ko-KR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묵상을 삶으로</a:t>
            </a:r>
            <a:endParaRPr lang="en-US" altLang="ko-K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</Words>
  <Application>Microsoft Office PowerPoint</Application>
  <PresentationFormat>화면 슬라이드 쇼(16:9)</PresentationFormat>
  <Paragraphs>10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S2QT 묵상 템플릿</dc:title>
  <dc:subject>PptxGenJS Presentation</dc:subject>
  <dc:creator>S2QT</dc:creator>
  <cp:lastModifiedBy>김 태건</cp:lastModifiedBy>
  <cp:revision>5</cp:revision>
  <dcterms:created xsi:type="dcterms:W3CDTF">2026-04-07T08:35:44Z</dcterms:created>
  <dcterms:modified xsi:type="dcterms:W3CDTF">2026-04-08T08:02:58Z</dcterms:modified>
</cp:coreProperties>
</file>